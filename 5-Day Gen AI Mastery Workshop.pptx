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3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225129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A67D8"/>
                </a:solidFill>
                <a:latin typeface="Lato"/>
                <a:ea typeface="Lato"/>
                <a:cs typeface="Lato"/>
                <a:sym typeface="Lato"/>
              </a:rPr>
              <a:t>WORKSHOP RECAP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2529929"/>
            <a:ext cx="1120140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5-Day Gen AI Intensive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390900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Mastering LLM Tools, AI-Driven Development, and Rapid Prototyping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38562" y="432807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Gemini CLI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262562" y="4328070"/>
            <a:ext cx="74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Qodo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386512" y="432807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Mistral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586662" y="4328070"/>
            <a:ext cx="866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Lovable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8562" y="439474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2562" y="439474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6512" y="439474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6662" y="439474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5715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PART 01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95300" y="876300"/>
            <a:ext cx="11201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The Gen AI Tech Stack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619750" y="2019300"/>
            <a:ext cx="952500" cy="38100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762250" y="2343150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An exploration of the core tools used to streamline the development lifecycle from prompt to deployment.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09762"/>
            <a:ext cx="336545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909762"/>
            <a:ext cx="336545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909762"/>
            <a:ext cx="336545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37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Development Tools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87902" y="3395662"/>
            <a:ext cx="29136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Gemini CLI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57275" y="3938587"/>
            <a:ext cx="2774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Direct terminal interface for interaction with Google's most capable models, enabling rapid scripting and workflow automation.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39102" y="3395662"/>
            <a:ext cx="29136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Qodo AI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708475" y="3938587"/>
            <a:ext cx="277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Advanced coding assistant focusing on code quality, automated testing, and intelligent refactoring within the IDE.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290303" y="3395662"/>
            <a:ext cx="29136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Mistral-Vibe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59675" y="3938587"/>
            <a:ext cx="277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Leveraging high-efficiency Mistral models for fast, context-aware responses and intelligent data processing.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3650" y="23002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3002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6051" y="2300287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52266"/>
            <a:ext cx="5143500" cy="24583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67000"/>
            <a:ext cx="51435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37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Prototyping &amp; Infrastructure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057275" y="3805683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 transformative full-stack AI builder that turns natural language prompts into functional, deployed web applications in minutes.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81775" y="3790950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Essential version control integration, managing project branches, and facilitating collaborative AI-augmented development workflows.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3042791"/>
            <a:ext cx="571500" cy="5723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819275" y="3057525"/>
            <a:ext cx="14601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Lovable AI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168401"/>
            <a:ext cx="571500" cy="32102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343775" y="3057525"/>
            <a:ext cx="22202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GitHub Mastery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37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5-Day Workshop Roadmap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762000" y="3981450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713995" y="3505200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Day 1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4295775"/>
            <a:ext cx="19201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Tooling Setup &amp; Environment Configuration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2900875" y="3505200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Day 2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2948880" y="4295775"/>
            <a:ext cx="19201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Gemini CLI &amp; Prompt Engineering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087756" y="3505200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Day 3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135760" y="4295775"/>
            <a:ext cx="19201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Qodo: Quality &amp; Logic Design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274636" y="3505200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Day 4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322641" y="4295775"/>
            <a:ext cx="19201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Mistral-Vibe Integration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461517" y="3505200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Day 5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509521" y="4295775"/>
            <a:ext cx="19201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Lovable Fullstack &amp; Project Launch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1645890" y="42814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3832770" y="42814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019651" y="42814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8206531" y="42814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10393412" y="42814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762000" y="5715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PART 02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95300" y="876300"/>
            <a:ext cx="11201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A202C"/>
                </a:solidFill>
                <a:latin typeface="Poppins"/>
                <a:ea typeface="Poppins"/>
                <a:cs typeface="Poppins"/>
                <a:sym typeface="Poppins"/>
              </a:rPr>
              <a:t>Applied Projects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619750" y="2019300"/>
            <a:ext cx="952500" cy="38100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2762250" y="2343150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Practical application of the toolstack to create high-quality, minimalistic web solutions.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37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I: Student Bio Form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762000" y="2395537"/>
            <a:ext cx="5300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Data Collection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62000" y="29384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Developed a clean, responsive HTML/CSS form designed for academic data capture.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85962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1143000" y="3738562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Minimalistic UI following UX best practices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143000" y="428148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Client-side validation for data integrity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143000" y="4824412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Accessible design for diverse users</a:t>
            </a:r>
            <a:endParaRPr/>
          </a:p>
        </p:txBody>
      </p:sp>
      <p:pic>
        <p:nvPicPr>
          <p:cNvPr descr="image.png" id="185" name="Google Shape;18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738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81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82441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1381125"/>
            <a:ext cx="4800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37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II: Business Site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2286000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556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Professional Web Presence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62000" y="282892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Created a comprehensive business landing page utilizing Lovable and AI-assisted design principles.</a:t>
            </a:r>
            <a:endParaRPr/>
          </a:p>
        </p:txBody>
      </p:sp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1143000" y="3724275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Modern hero sections and feature grids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143000" y="42672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Mobile-first responsive architecture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143000" y="4810125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Optimized for conversion and speed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24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267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8101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37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Learning Impact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762000" y="2271712"/>
            <a:ext cx="5048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5A67D8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62000" y="3319462"/>
            <a:ext cx="5048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Advanced Tools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81750" y="2271712"/>
            <a:ext cx="5048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5A67D8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381750" y="3319462"/>
            <a:ext cx="5048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Live Web Projects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62000" y="4167187"/>
            <a:ext cx="5048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5A67D8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762000" y="5214937"/>
            <a:ext cx="5048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AI Integration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81750" y="4167187"/>
            <a:ext cx="5048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5A67D8"/>
                </a:solidFill>
                <a:latin typeface="Lato"/>
                <a:ea typeface="Lato"/>
                <a:cs typeface="Lato"/>
                <a:sym typeface="Lato"/>
              </a:rPr>
              <a:t>40h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381750" y="5214937"/>
            <a:ext cx="5048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Intensive Training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37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Competencies Developed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1143000" y="303371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Prompt Engineering: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Mastering context and constraints for LLMs.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143000" y="3881437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AI Coding Workflow: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Using assistants to increase velocity.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667500" y="3033712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Rapid Prototyping: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From concept to deployment with Lovable.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667500" y="3881437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Version Control: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Branch management and conflict resolution.</a:t>
            </a:r>
            <a:endParaRPr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337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81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337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8143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1619250" y="2205037"/>
            <a:ext cx="457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2190750" y="2586037"/>
            <a:ext cx="7810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AI will not replace developers, but developers who use AI will replace those who do not. 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095875" y="4367212"/>
            <a:ext cx="2000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718096"/>
                </a:solidFill>
                <a:latin typeface="Poppins"/>
                <a:ea typeface="Poppins"/>
                <a:cs typeface="Poppins"/>
                <a:sym typeface="Poppins"/>
              </a:rPr>
              <a:t>— Industry Insight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495300" y="1737419"/>
            <a:ext cx="11201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5A67D8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762000" y="3261419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Exploring the future of AI-augmented development.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762000" y="4389090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Thank You!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762000" y="481578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Session Recap Completed Successfully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37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62000" y="1531887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762000" y="2316658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762000" y="3101429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762000" y="388620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762000" y="467097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762000" y="2307133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762000" y="2307133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762000" y="3091904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762000" y="3091904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762000" y="387667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762000" y="387667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762000" y="46614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762000" y="46614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762000" y="544621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762000" y="544621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8131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857375" y="1674762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https://storage.googleapis.com/aisuperhub.firebasestorage.app/blog-images/1760076359671-z6qrss.png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857375" y="1920478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www.aisuperhub.io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4660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857375" y="2459533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https://codium.gallerycdn.vsassets.io/extensions/codium/codium/1.7.15/1772124947274/Microsoft.VisualStudio.Services.Icons.Default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857375" y="2705248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marketplace.visualstudio.com</a:t>
            </a:r>
            <a:endParaRPr/>
          </a:p>
        </p:txBody>
      </p:sp>
      <p:pic>
        <p:nvPicPr>
          <p:cNvPr descr="image.png" id="278" name="Google Shape;27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508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857375" y="3244304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https://cdn.vectorstock.com/i/1000v/31/58/mistral-ai-logo-vector-50163158.jpg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857375" y="3490019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www.vectorstock.com</a:t>
            </a:r>
            <a:endParaRPr/>
          </a:p>
        </p:txBody>
      </p:sp>
      <p:pic>
        <p:nvPicPr>
          <p:cNvPr descr="image.png" id="281" name="Google Shape;28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356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857375" y="402907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https://work-management.org/wp-content/uploads/2025/06/lovable-icon-bg-light.webp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857375" y="427479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work-management.org</a:t>
            </a:r>
            <a:endParaRPr/>
          </a:p>
        </p:txBody>
      </p:sp>
      <p:pic>
        <p:nvPicPr>
          <p:cNvPr descr="image.png" id="284" name="Google Shape;28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8203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857375" y="481384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https://static.vecteezy.com/system/resources/thumbnails/040/963/221/small/github-logo-animated-opacity-free-video.jpg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857375" y="505956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87" name="Google Shape;28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6051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857375" y="5598616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https://d1csarkz8obe9u.cloudfront.net/posterpreviews/blue-modern-registration-form-design-template-661d873e8bc3da99f2fab8b628f5a9a6_screen.jpg?ts=1733038225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857375" y="584433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www.postermywall.com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374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5A67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431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1857375" y="363661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https://nulivo.s3.us-east-2.amazonaws.com/media/users/digitcase/products/6105/screenshots/Template%202.jpg?v=1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1857375" y="388233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www.nulivo.com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